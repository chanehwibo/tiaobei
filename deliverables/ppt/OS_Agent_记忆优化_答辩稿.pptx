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核心原型与开发机验证完成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真实麒麟 + SDK 待验收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答辩稿 v1.0  ·  2026-09-05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词法候选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语义重排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EEF6FF"/>
                </a:solidFill>
                <a:latin typeface="Microsoft YaHei"/>
              </a:rPr>
              <a:t>score = 0.65 × semantic + 0.30 × lexical + 0.05 × authority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条冷查询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62.541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Windows / HashEmbedding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条热 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73.445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门槛：≤ 500ms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SQLite 体积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39.977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含缓存向量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注意：开发机回退模型证据，不替代真实银河麒麟 SDK 性能验收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评测体系：开始惩罚“多报、误删、乱答”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偏好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1.0000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test 分区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检索 P@3 / R@3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0.9286 /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含空答案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MRR / nDCG@3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1.0 /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排序质量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遗忘 F1 / 误删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1.0 /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完整授权集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0779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EF6FF"/>
                </a:solidFill>
                <a:latin typeface="Microsoft YaHei"/>
              </a:rPr>
              <a:t>120 条可重复生成的合成事件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01568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train / dev / test 各 40 条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6 类核心办公/系统场景 + 噪声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失败工具、注入、冲突、隐私、跨用户反例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926080"/>
            <a:ext cx="5074920" cy="2194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6F7E"/>
                </a:solidFill>
                <a:latin typeface="Microsoft YaHei"/>
              </a:rPr>
              <a:t>公开 test 标签
= 冻结回归分区
≠ 第三方独立盲测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合成小集上的 1.0 不能外推到开放真实数据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54 项通过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单元 + 集成 +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规模覆盖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100 →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冷/热/资源/磁盘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环境判定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分层报告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本地 ≠ 麒麟 ≠ 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test 指标、54 测试、10k 性能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已完成（代码与开发机证据）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必须人工/外部完成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核心原型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SQLite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120 条分区集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10k 开发机基准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安全测试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 Kylin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真实银河麒麟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独立盲测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当前准确表述：核心原型与开发机验证完成，赛题指定环境待验收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词法候选 + 向量缓存；10k 开发机 p99 73.445ms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下一步：真实 SDK × 真实银河麒麟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