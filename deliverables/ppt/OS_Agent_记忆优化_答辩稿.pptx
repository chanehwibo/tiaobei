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核心原型与开发机验证完成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V11 实测与 SDK 分开验收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第四轮官方口径整改稿 ·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多路候选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多粒度重排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EEF6FF"/>
                </a:solidFill>
                <a:latin typeface="Microsoft YaHei"/>
              </a:rPr>
              <a:t>中文：0.25 向量 + 0.25 词法 + 0.45 汉字覆盖 + 0.05 权威度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条冷查询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246.796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Windows / HashEmbedding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第三轮10,000条热p99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362.265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历史内部结果；官方使用P95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SQLite 体积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39.984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含缓存向量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注意：开发机回退模型证据，不替代真实银河麒麟 SDK 性能验收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官方五项指标：当前内部证据与缺口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78992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偏好准确率 ≥85%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078992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46.15%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78992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13个旧集槽位；非独立请求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知识召回率 ≥85%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74519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91.67%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12个正例查询；不足50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冲突正确率 ≥88%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70048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100.00%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2个案例；不足50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65576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检索P95 ≤500ms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465576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190.57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65576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50主题请求；HashEmbedding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61104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敏感F1 ≥90%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261104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100.00%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61104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50合成请求；请求级分类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212080"/>
            <a:ext cx="1069848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官方尚未就绪：V11强制部署 + 每项至少50独立请求 + 真实评测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历史召回91.67%与无答案100%不等于官方两个85%均达标；行动替身15/15仅为框架自检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115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测试数；通过状态见原始报告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规模覆盖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100 →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冷/热/资源/磁盘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环境判定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分层报告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本地 ≠ 麒麟 ≠ 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v3 对照、115 测试、10k 性能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已完成（代码与开发机证据）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继续验证与补齐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统一生命周期门控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增量事务与失败回滚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服务/API/场景演示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v3 隔离分区与对照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10k 检索 + 实际服务负载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作用域与重启安全测试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真实SDK/向量服务联调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V11虚拟机赛事认可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独立盲测与LLM Judge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当前准确表述：核心原型与开发机验证完成，赛题指定环境待验收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候选合并 + 向量缓存；10k 开发机 p99 362.265ms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下一步：真实 SDK × 真实银河麒麟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