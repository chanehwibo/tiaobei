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OS Agent 多源融合记忆优化系统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XA-202612 | 出题方反馈落实与当前源码复测 | 2026-09-10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已完成初版，待赛事验收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端侧记忆治理、作用域隔离、混合检索与可核验的遗忘。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当前成绩：Windows + HashEmbedding + 公开合成数据。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真实SDK：待复测风险项；V11待当前版复验。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四项反馈的落实范围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状态：当前材料和新审阅包统一为“已完成初版，待赛事验收”。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SDK：保留真实慢调用，明确复测风险和解除条件。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创新与可信度：补五项一手文献对比、分母和时延口径。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复杂干扰：原12场景120请求；新增6场景48请求及显式约束对照。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新增难例揭示近主题误答风险；不能概括为所有复杂质量达标。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方案与工程贡献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事件 -&gt; 校验/脱敏 -&gt; 授权晋升 -&gt; 偏好/知识 -&gt; 召回/遗忘。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显式设置优先，行为证据衰减；失败工具不能自动成为偏好。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待决冲突、过期、隔离内容不进入普通检索。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tenant/user/scene作用域贯穿索引、持久化、预览和确认。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创新限定为OS Agent约束下的集成一致性，不声称基础算法首创。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相关工作与创新边界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MemGPT：分层上下文管理；本项目侧重事件授权与治理。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MemoryBank：长期记忆和遗忘；本项目增加显式决策与版本证据。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Generative Agents：观察/反思/规划；本项目不声称复现智能体。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LongMem：训练式记忆读取；本项目为可替换模型的低依赖原型。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FAISS：向量索引；本项目不是ANN创新，也不作跨论文数字比较。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评测口径与性能可信度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冻结五项分母为68/60/60/80/50；复杂集另报，绝不混分母。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10,000条、Hash256/ngram2、top_k=3、阈值0.265。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Recall取查询宏平均；实体F1取微平均；无答案、越域单列。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P95使用nearest-rank；保留所有异常、超时与逐轮结果。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服务计时包含锁、编码、召回、重排、序列化；不含HTTP/Agent。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当前Windows冻结五项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公开合成回归；五项数值和附加安全门槛共同校验。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2560320"/>
          <a:ext cx="10789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286000"/>
                <a:gridCol w="3200400"/>
                <a:gridCol w="2377440"/>
              </a:tblGrid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指标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门槛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Windows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请求数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偏好逐请求准确率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&gt;=85%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100.00%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68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知识 Recall@3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&gt;=85%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100.00%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60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冲突正确率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&gt;=88%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100.00%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60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检索 P95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&lt;=500ms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41.485ms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80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敏感实体 F1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&gt;=90%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100.00%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50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复杂场景与干扰设计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12个虚构桌面场景，132条固定难例，120个不同查询。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72正例、24近主题无答案、24作用域检查；12例需双证据。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覆盖相似实体、条件差异、版本时效、长文和跨域污染。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1,000/10,000条规模；0/75%相似填充，固定难例始终存在。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75%的分母仅为生成填充记录；数据由开发者编写，不是盲测。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历史配对：相同结果下的检索优化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历史1,440对返回ID、排序和分数一致：True。</a:t>
            </a:r>
          </a:p>
          <a:p>
            <a:pPr>
              <a:spcAft>
                <a:spcPts val="1600"/>
              </a:spcAft>
              <a:defRPr sz="17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这是旧源码配对证据；当前源码另测，不沿用历史时延。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2560320"/>
          <a:ext cx="10789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286000"/>
                <a:gridCol w="3200400"/>
                <a:gridCol w="2377440"/>
              </a:tblGrid>
              <a:tr h="65836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记录数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相似填充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优化前P95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优化后P95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1,000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0%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8.920ms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5.798ms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1,000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75%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9.544ms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7.631ms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10,000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0%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71.787ms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37.814ms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10,000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75%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67.755ms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39.023ms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优化做了什么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倒排交集计数，替代逐候选重复构造集合。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有界堆选择候选和top-k，替代全量排序。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明确tenant/user时直接使用授权作用域，保留歧义拒绝。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4096项有界缓存只解析不可变时间字符串，不缓存权限或答案。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仅为最终命中构造结果；独立全排序参考与变更/过期测试兜底。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复杂质量与误召回风险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10,000条、75%相似填充、首轮；全部请求保留。</a:t>
            </a:r>
          </a:p>
          <a:p>
            <a:pPr>
              <a:spcAft>
                <a:spcPts val="1600"/>
              </a:spcAft>
              <a:defRPr sz="17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作用域零泄漏不等于近主题拒答可靠，后者仍需改进。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2560320"/>
          <a:ext cx="10789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828800"/>
                <a:gridCol w="5394960"/>
              </a:tblGrid>
              <a:tr h="47026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质量项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实测值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解释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正例宏Recall@3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94.44%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不是拒答正确率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固定分母P@3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37.04%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按正例查询数乘3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近主题无答案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4.17%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1/24正确，23例误答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干扰返回占比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57.89%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正例返回片段中的无关项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跨域泄漏 / 异常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0 / 0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不能覆盖近主题误答风险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当前服务P95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38.248ms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120个不同请求，非HTTP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本地检索消融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1,000条、75%相似填充、同一阈值0.265、各一次完整运行。</a:t>
            </a:r>
          </a:p>
          <a:p>
            <a:pPr>
              <a:spcAft>
                <a:spcPts val="1600"/>
              </a:spcAft>
              <a:defRPr sz="17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这是固定阈值诊断，不是调参后的最优基线或论文复现。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2560320"/>
          <a:ext cx="10789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286000"/>
                <a:gridCol w="3200400"/>
                <a:gridCol w="2377440"/>
              </a:tblGrid>
              <a:tr h="8229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模式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Recall@3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无答案正确率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P95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lexical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51.39%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95.83%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2.778ms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semantic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76.39%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0.00%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26.454ms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hybrid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94.44%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4.17%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8.152ms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新增复杂运维与显式证据约束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6场景48请求：离线升级、故障转移、LSN恢复、证书、单位导出、IPC。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78条固定记录；24正例、12无答案、12作用域检查；6例需双证据。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相似编号/版本、元数据诱饵、混合日志及失效/越域记录作为干扰。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required_terms由调用方显式提供，标题/正文逐项匹配后再取top-k。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没有匹配授权记录时跳过编码；不从答案标签推导约束。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显式约束开关对照：质量与时延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新集、当前同一源码、1万条/75%相似填充、首轮48请求。</a:t>
            </a:r>
          </a:p>
          <a:p>
            <a:pPr>
              <a:spcAft>
                <a:spcPts val="1600"/>
              </a:spcAft>
              <a:defRPr sz="17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返回集合会改变；不是等输出加速或通用可回答性判断。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2560320"/>
          <a:ext cx="10789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286000"/>
                <a:gridCol w="3200400"/>
                <a:gridCol w="2377440"/>
              </a:tblGrid>
              <a:tr h="10972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显式约束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Recall@3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无答案正确率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全请求P95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关闭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91.67%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16.67%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41.244ms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启用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95.83%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66.67%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16.795ms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约束效果的分母与剩余风险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7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缺版本正确拒答6/6；关系缺证据正确拒答2/6。</a:t>
            </a:r>
          </a:p>
          <a:p>
            <a:pPr>
              <a:spcAft>
                <a:spcPts val="1600"/>
              </a:spcAft>
              <a:defRPr sz="17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下表按请求类型单列P95；空作用域快返回不替代正例响应时延。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2560320"/>
          <a:ext cx="10789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828800"/>
                <a:gridCol w="5394960"/>
              </a:tblGrid>
              <a:tr h="8229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类型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请求数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约束开启P95</a:t>
                      </a:r>
                    </a:p>
                  </a:txBody>
                  <a:tcPr marT="73152" marB="73152">
                    <a:solidFill>
                      <a:srgbClr val="20685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正例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24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17.007ms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无答案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12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14.396ms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作用域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12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32A2A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4.640ms</a:t>
                      </a:r>
                    </a:p>
                  </a:txBody>
                  <a:tcPr marT="73152" marB="73152">
                    <a:solidFill>
                      <a:srgbClr val="F4F7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真实SDK：待复测风险项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旧ABI真实执行1次，768维；总耗时13,390.615ms。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含隔离进程、会话及模型初始化；单次不是P95。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当前provider每次调用初始化，不能假定后续自动摊销。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新ABI缺符号；模型身份/版本及向量库往返尚无完整验证。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解除条件：核验模型，冻结至少50不同请求，全服务P95&lt;=500ms。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工程验证与部署边界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Windows运行327项测试，无失败，跳过1项；17项工程检查通过。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1,000条真实服务负载：查询P95 10.210ms；HTTP P99 31.700ms。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进程RSS末值 242311168 bytes；不含模型服务。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V11待当前版复验；历史HTTP曾受系统网络管控影响，失败保留。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主办方部署/资源/评分认可按参赛者确认处理，原件待归档。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复现与证据绑定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源码、冻结数据、逐请求结果、对比报告分别记录SHA256。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运行unittest、check_source、evaluate_requests、verify_release。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复杂回归使用PYTHONHASHSEED=0；两套数据按规模/干扰各三轮。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审阅包采用允许列表；解包后重新校验、运行测试和冻结五项。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旧ZIP和失败记录只作追溯，不覆盖、不冒充当前版通过。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800" b="1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当前结论与验收边界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复杂正例Recall@3 94.44%；近主题无答案正确率 4.17%。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新集显式约束后Recall@3 95.83%；无答案正确率 66.67%。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显式约束改善特定干扰；复杂拒答、真实SDK和V11当前版仍有风险。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独立Agent/Judge、保密标签、授权真实案例和赛事材料需外部证据。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技术创新性30分、性能可信度25分仅为反馈组织依据，不是自评得分。</a:t>
            </a:r>
          </a:p>
          <a:p>
            <a:pPr>
              <a:spcAft>
                <a:spcPts val="1600"/>
              </a:spcAft>
              <a:defRPr sz="19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已完成初版，待赛事验收；不自动提交或发送邮件。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27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913336"/>
                </a:solidFill>
                <a:latin typeface="Microsoft YaHei"/>
                <a:ea typeface="Microsoft YaHei"/>
              </a:defRPr>
            </a:pPr>
            <a:r>
              <a:t>公开合成回归 | HashEmbedding | 已完成初版，待赛事验收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276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 b="0">
                <a:solidFill>
                  <a:srgbClr val="232A2A"/>
                </a:solidFill>
                <a:latin typeface="Microsoft YaHei"/>
                <a:ea typeface="Microsoft YaHei"/>
              </a:defRPr>
            </a:pPr>
            <a:r>
              <a:t>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 Agent 反馈落实答辩稿</dc:title>
  <dc:subject>已完成初版，待赛事验收</dc:subject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